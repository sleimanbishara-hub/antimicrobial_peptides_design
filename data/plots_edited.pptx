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6363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455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872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9405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7747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4007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1321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6002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4316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8342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7501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BC23A-BFED-4E3E-BA7A-066F56ACE9D6}" type="datetimeFigureOut">
              <a:rPr lang="ar-SA" smtClean="0"/>
              <a:t>02/07/1447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2DD2F-31C6-4F42-B69B-8900AE8FDC0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5991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61" y="300441"/>
            <a:ext cx="10058400" cy="32992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02" y="3558778"/>
            <a:ext cx="10058400" cy="32992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" y="169817"/>
            <a:ext cx="10737669" cy="6596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1197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2020</dc:creator>
  <cp:lastModifiedBy>2020</cp:lastModifiedBy>
  <cp:revision>2</cp:revision>
  <dcterms:created xsi:type="dcterms:W3CDTF">2025-12-21T14:33:36Z</dcterms:created>
  <dcterms:modified xsi:type="dcterms:W3CDTF">2025-12-21T16:30:37Z</dcterms:modified>
</cp:coreProperties>
</file>